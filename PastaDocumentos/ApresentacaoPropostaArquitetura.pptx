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2E6A7-B261-AA32-55E8-484BEFCC4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D136DD-BDDE-D983-A2A9-6A55DCE5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34EAC3-DD8A-EF5B-BA7B-88AA900C0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DB5D36-2ACC-6C77-2F30-DFFA3DE39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A28F26-0D35-96D6-F9CC-5954806E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274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34849-12D0-673F-3CB0-228001D7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543A55-0480-FB7B-6099-C44A624F3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BC9A7D-06B5-5383-5BB6-686D7A556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355886-6504-C312-AE89-81545607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DA0704-9B17-EB0F-CCFF-8AE56E14D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59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DF36A-38C0-CC58-4B69-8F9FDB5A4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52C38A-226E-E736-367E-2A21B90DA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440A50-42C6-4E96-D148-942AFBED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02CFFF-D416-8CD3-242C-A284680D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34F615-6266-56B6-66EA-C0D1CA62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877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F1381-00EB-BDBB-4CB9-CDB84ACE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D5DD55-4317-AF9E-8DAB-040C39BDD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C86FC9-A359-46CE-5E4A-1F0F6E784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EC6FF0-2D85-320A-89A4-0C96F321B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62611E-D092-7A71-7188-75B736F4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584DFF-88F7-4540-BB0B-3B0083EF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80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B8167-705D-1364-D04E-C9D702AB2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7C27C7-0E09-3303-96D9-39590530D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06A33B-7DBD-47C3-7F5C-12B64BF5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7EDF43D-593A-E126-7CAB-66B194636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52A5C47-5B2E-D237-D777-6FABF3B6D1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0E2835-2AFF-3582-A6A9-F352DE48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06DEDAD-E88B-5A63-A4B0-9177BBE8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D618BAC-CA68-8EF3-CAAF-D42C02D41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8857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1007-3E4F-DA8E-4D3B-94F242460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B44BDDD-DC54-6B1B-4BBE-4CEF82338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658C9FD-9D83-CC71-CEBB-81DB2946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ABE3FD-E493-F6BB-6E9C-08476C3F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050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FA8A5A8-ED6C-C5DC-FEA3-1B7C52876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2E11ED-F3EC-A0BA-899E-52AB634A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A1017C-0E8F-BE5A-95FE-1FF637A40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88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938D7-26BC-8E27-5BEE-1E381D03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586735-49F4-63C8-9333-84324AB45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A19CA4-92F5-65DF-F227-2E566953A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1589FB-2CF0-975C-441B-0B6DF649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81E560-4826-47A0-D017-606EE053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6239D7-E48F-D2CE-530C-4A7590C5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838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2E830-D44F-A042-E3A3-42B240410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CD683C2-E39B-A6CC-846C-DA9190349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71C90D-9B7F-FC0B-CDA6-9DD8EBB00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0FEB18-2D7B-1E30-8AAF-567A0D07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35684F-AEE3-1364-35A3-A3E5197AD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06AF79-A922-9151-E339-20CAF9A0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075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EB695-B6ED-4ED5-A17A-A66561290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592248-5B1E-4BFC-EECB-4D96FB537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E72604-FA04-A163-3709-4151FEC0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AACCDB-D62D-2AA9-2D62-F5440F91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E326A3-14B0-40BD-88C1-47FECFA9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9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FFC85D-27A7-91E8-60F1-E2A236511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7FB499-C903-12A5-B533-AAAD55D71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834554-FCD9-1905-50F0-0BA623D18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CF4E4D-C25A-656E-2993-BE8F7347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09C58A-90E6-DF13-425A-7594E6F0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47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ABB7CF-F7EA-9D58-022E-265C766CF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F6983C-9424-5B7D-B493-CC7B20C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FAB20B-4BA9-2B94-1143-7EE2A5501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3FA69-D2EB-4524-877D-DFCA48C051C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6758E2-0C83-634C-3FD1-0C543600E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BB8127-8CBD-6282-9B7D-910A3050A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74CE3-4CD3-4CD4-A99B-0359B4104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67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64676-14FB-A26C-919B-3D128B6B75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B61C87-4B9A-D5F0-2935-F89DE87FC8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7258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Feitosa</dc:creator>
  <cp:lastModifiedBy>Miguel Feitosa</cp:lastModifiedBy>
  <cp:revision>1</cp:revision>
  <dcterms:created xsi:type="dcterms:W3CDTF">2026-03-24T01:03:13Z</dcterms:created>
  <dcterms:modified xsi:type="dcterms:W3CDTF">2026-03-24T01:03:34Z</dcterms:modified>
</cp:coreProperties>
</file>